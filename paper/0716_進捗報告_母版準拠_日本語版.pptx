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"/>
  </p:notes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69" autoAdjust="0"/>
    <p:restoredTop sz="85579" autoAdjust="0"/>
  </p:normalViewPr>
  <p:slideViewPr>
    <p:cSldViewPr snapToGrid="0">
      <p:cViewPr varScale="1">
        <p:scale>
          <a:sx n="97" d="100"/>
          <a:sy n="97" d="100"/>
        </p:scale>
        <p:origin x="4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晰颉 姜" userId="c12678d1e473bc05" providerId="LiveId" clId="{3477DE9F-31D6-443A-AADB-A50AB920B1D4}"/>
    <pc:docChg chg="undo custSel addSld delSld modSld sldOrd modMainMaster">
      <pc:chgData name="晰颉 姜" userId="c12678d1e473bc05" providerId="LiveId" clId="{3477DE9F-31D6-443A-AADB-A50AB920B1D4}" dt="2026-07-15T15:55:24.859" v="81" actId="122"/>
      <pc:docMkLst>
        <pc:docMk/>
      </pc:docMkLst>
      <pc:sldChg chg="modSp add del mod">
        <pc:chgData name="晰颉 姜" userId="c12678d1e473bc05" providerId="LiveId" clId="{3477DE9F-31D6-443A-AADB-A50AB920B1D4}" dt="2026-07-15T15:55:24.859" v="81" actId="122"/>
        <pc:sldMkLst>
          <pc:docMk/>
          <pc:sldMk cId="1927191748" sldId="271"/>
        </pc:sldMkLst>
        <pc:spChg chg="mod">
          <ac:chgData name="晰颉 姜" userId="c12678d1e473bc05" providerId="LiveId" clId="{3477DE9F-31D6-443A-AADB-A50AB920B1D4}" dt="2026-07-15T15:55:09.506" v="68" actId="255"/>
          <ac:spMkLst>
            <pc:docMk/>
            <pc:sldMk cId="1927191748" sldId="271"/>
            <ac:spMk id="2" creationId="{8ED84B0A-1006-E4D3-DB2D-75230ACA3320}"/>
          </ac:spMkLst>
        </pc:spChg>
        <pc:spChg chg="mod">
          <ac:chgData name="晰颉 姜" userId="c12678d1e473bc05" providerId="LiveId" clId="{3477DE9F-31D6-443A-AADB-A50AB920B1D4}" dt="2026-07-15T15:55:24.859" v="81" actId="122"/>
          <ac:spMkLst>
            <pc:docMk/>
            <pc:sldMk cId="1927191748" sldId="271"/>
            <ac:spMk id="4" creationId="{905B27AB-1996-52C1-AFA5-9EFB32652E24}"/>
          </ac:spMkLst>
        </pc:spChg>
      </pc:sldChg>
      <pc:sldChg chg="new">
        <pc:chgData name="晰颉 姜" userId="c12678d1e473bc05" providerId="LiveId" clId="{3477DE9F-31D6-443A-AADB-A50AB920B1D4}" dt="2026-07-15T15:54:45.472" v="46" actId="680"/>
        <pc:sldMkLst>
          <pc:docMk/>
          <pc:sldMk cId="892315911" sldId="272"/>
        </pc:sldMkLst>
      </pc:sldChg>
      <pc:sldChg chg="del ord">
        <pc:chgData name="晰颉 姜" userId="c12678d1e473bc05" providerId="LiveId" clId="{3477DE9F-31D6-443A-AADB-A50AB920B1D4}" dt="2026-07-15T15:53:56.483" v="2" actId="47"/>
        <pc:sldMkLst>
          <pc:docMk/>
          <pc:sldMk cId="2062019072" sldId="272"/>
        </pc:sldMkLst>
      </pc:sldChg>
      <pc:sldChg chg="del">
        <pc:chgData name="晰颉 姜" userId="c12678d1e473bc05" providerId="LiveId" clId="{3477DE9F-31D6-443A-AADB-A50AB920B1D4}" dt="2026-07-15T15:53:57.465" v="4" actId="47"/>
        <pc:sldMkLst>
          <pc:docMk/>
          <pc:sldMk cId="3473133364" sldId="273"/>
        </pc:sldMkLst>
      </pc:sldChg>
      <pc:sldChg chg="del">
        <pc:chgData name="晰颉 姜" userId="c12678d1e473bc05" providerId="LiveId" clId="{3477DE9F-31D6-443A-AADB-A50AB920B1D4}" dt="2026-07-15T15:53:57.675" v="5" actId="47"/>
        <pc:sldMkLst>
          <pc:docMk/>
          <pc:sldMk cId="1014728265" sldId="274"/>
        </pc:sldMkLst>
      </pc:sldChg>
      <pc:sldChg chg="del">
        <pc:chgData name="晰颉 姜" userId="c12678d1e473bc05" providerId="LiveId" clId="{3477DE9F-31D6-443A-AADB-A50AB920B1D4}" dt="2026-07-15T15:53:57.838" v="6" actId="47"/>
        <pc:sldMkLst>
          <pc:docMk/>
          <pc:sldMk cId="1998938972" sldId="275"/>
        </pc:sldMkLst>
      </pc:sldChg>
      <pc:sldChg chg="del">
        <pc:chgData name="晰颉 姜" userId="c12678d1e473bc05" providerId="LiveId" clId="{3477DE9F-31D6-443A-AADB-A50AB920B1D4}" dt="2026-07-15T15:53:58.342" v="7" actId="47"/>
        <pc:sldMkLst>
          <pc:docMk/>
          <pc:sldMk cId="3929443126" sldId="276"/>
        </pc:sldMkLst>
      </pc:sldChg>
      <pc:sldChg chg="del">
        <pc:chgData name="晰颉 姜" userId="c12678d1e473bc05" providerId="LiveId" clId="{3477DE9F-31D6-443A-AADB-A50AB920B1D4}" dt="2026-07-15T15:53:58.374" v="8" actId="47"/>
        <pc:sldMkLst>
          <pc:docMk/>
          <pc:sldMk cId="521218112" sldId="277"/>
        </pc:sldMkLst>
      </pc:sldChg>
      <pc:sldChg chg="del">
        <pc:chgData name="晰颉 姜" userId="c12678d1e473bc05" providerId="LiveId" clId="{3477DE9F-31D6-443A-AADB-A50AB920B1D4}" dt="2026-07-15T15:53:58.404" v="9" actId="47"/>
        <pc:sldMkLst>
          <pc:docMk/>
          <pc:sldMk cId="2225989109" sldId="278"/>
        </pc:sldMkLst>
      </pc:sldChg>
      <pc:sldChg chg="del">
        <pc:chgData name="晰颉 姜" userId="c12678d1e473bc05" providerId="LiveId" clId="{3477DE9F-31D6-443A-AADB-A50AB920B1D4}" dt="2026-07-15T15:53:58.440" v="10" actId="47"/>
        <pc:sldMkLst>
          <pc:docMk/>
          <pc:sldMk cId="432866368" sldId="279"/>
        </pc:sldMkLst>
      </pc:sldChg>
      <pc:sldChg chg="del">
        <pc:chgData name="晰颉 姜" userId="c12678d1e473bc05" providerId="LiveId" clId="{3477DE9F-31D6-443A-AADB-A50AB920B1D4}" dt="2026-07-15T15:53:58.470" v="11" actId="47"/>
        <pc:sldMkLst>
          <pc:docMk/>
          <pc:sldMk cId="455285274" sldId="280"/>
        </pc:sldMkLst>
      </pc:sldChg>
      <pc:sldChg chg="del">
        <pc:chgData name="晰颉 姜" userId="c12678d1e473bc05" providerId="LiveId" clId="{3477DE9F-31D6-443A-AADB-A50AB920B1D4}" dt="2026-07-15T15:53:58.518" v="12" actId="47"/>
        <pc:sldMkLst>
          <pc:docMk/>
          <pc:sldMk cId="1677564573" sldId="281"/>
        </pc:sldMkLst>
      </pc:sldChg>
      <pc:sldChg chg="del">
        <pc:chgData name="晰颉 姜" userId="c12678d1e473bc05" providerId="LiveId" clId="{3477DE9F-31D6-443A-AADB-A50AB920B1D4}" dt="2026-07-15T15:53:58.550" v="13" actId="47"/>
        <pc:sldMkLst>
          <pc:docMk/>
          <pc:sldMk cId="1860953024" sldId="282"/>
        </pc:sldMkLst>
      </pc:sldChg>
      <pc:sldChg chg="del">
        <pc:chgData name="晰颉 姜" userId="c12678d1e473bc05" providerId="LiveId" clId="{3477DE9F-31D6-443A-AADB-A50AB920B1D4}" dt="2026-07-15T15:53:58.580" v="14" actId="47"/>
        <pc:sldMkLst>
          <pc:docMk/>
          <pc:sldMk cId="2124256746" sldId="283"/>
        </pc:sldMkLst>
      </pc:sldChg>
      <pc:sldChg chg="del">
        <pc:chgData name="晰颉 姜" userId="c12678d1e473bc05" providerId="LiveId" clId="{3477DE9F-31D6-443A-AADB-A50AB920B1D4}" dt="2026-07-15T15:53:58.610" v="15" actId="47"/>
        <pc:sldMkLst>
          <pc:docMk/>
          <pc:sldMk cId="1061626283" sldId="284"/>
        </pc:sldMkLst>
      </pc:sldChg>
      <pc:sldChg chg="del">
        <pc:chgData name="晰颉 姜" userId="c12678d1e473bc05" providerId="LiveId" clId="{3477DE9F-31D6-443A-AADB-A50AB920B1D4}" dt="2026-07-15T15:53:58.639" v="16" actId="47"/>
        <pc:sldMkLst>
          <pc:docMk/>
          <pc:sldMk cId="1398031419" sldId="285"/>
        </pc:sldMkLst>
      </pc:sldChg>
      <pc:sldChg chg="del">
        <pc:chgData name="晰颉 姜" userId="c12678d1e473bc05" providerId="LiveId" clId="{3477DE9F-31D6-443A-AADB-A50AB920B1D4}" dt="2026-07-15T15:53:58.673" v="17" actId="47"/>
        <pc:sldMkLst>
          <pc:docMk/>
          <pc:sldMk cId="2242749316" sldId="286"/>
        </pc:sldMkLst>
      </pc:sldChg>
      <pc:sldChg chg="del">
        <pc:chgData name="晰颉 姜" userId="c12678d1e473bc05" providerId="LiveId" clId="{3477DE9F-31D6-443A-AADB-A50AB920B1D4}" dt="2026-07-15T15:53:58.703" v="18" actId="47"/>
        <pc:sldMkLst>
          <pc:docMk/>
          <pc:sldMk cId="429949781" sldId="287"/>
        </pc:sldMkLst>
      </pc:sldChg>
      <pc:sldChg chg="del">
        <pc:chgData name="晰颉 姜" userId="c12678d1e473bc05" providerId="LiveId" clId="{3477DE9F-31D6-443A-AADB-A50AB920B1D4}" dt="2026-07-15T15:53:58.734" v="19" actId="47"/>
        <pc:sldMkLst>
          <pc:docMk/>
          <pc:sldMk cId="1221306002" sldId="288"/>
        </pc:sldMkLst>
      </pc:sldChg>
      <pc:sldChg chg="del">
        <pc:chgData name="晰颉 姜" userId="c12678d1e473bc05" providerId="LiveId" clId="{3477DE9F-31D6-443A-AADB-A50AB920B1D4}" dt="2026-07-15T15:53:58.780" v="20" actId="47"/>
        <pc:sldMkLst>
          <pc:docMk/>
          <pc:sldMk cId="1989733240" sldId="289"/>
        </pc:sldMkLst>
      </pc:sldChg>
      <pc:sldChg chg="del">
        <pc:chgData name="晰颉 姜" userId="c12678d1e473bc05" providerId="LiveId" clId="{3477DE9F-31D6-443A-AADB-A50AB920B1D4}" dt="2026-07-15T15:53:58.814" v="21" actId="47"/>
        <pc:sldMkLst>
          <pc:docMk/>
          <pc:sldMk cId="462118424" sldId="290"/>
        </pc:sldMkLst>
      </pc:sldChg>
      <pc:sldChg chg="del">
        <pc:chgData name="晰颉 姜" userId="c12678d1e473bc05" providerId="LiveId" clId="{3477DE9F-31D6-443A-AADB-A50AB920B1D4}" dt="2026-07-15T15:53:58.845" v="22" actId="47"/>
        <pc:sldMkLst>
          <pc:docMk/>
          <pc:sldMk cId="3211417563" sldId="291"/>
        </pc:sldMkLst>
      </pc:sldChg>
      <pc:sldChg chg="del">
        <pc:chgData name="晰颉 姜" userId="c12678d1e473bc05" providerId="LiveId" clId="{3477DE9F-31D6-443A-AADB-A50AB920B1D4}" dt="2026-07-15T15:53:58.877" v="23" actId="47"/>
        <pc:sldMkLst>
          <pc:docMk/>
          <pc:sldMk cId="2843887200" sldId="292"/>
        </pc:sldMkLst>
      </pc:sldChg>
      <pc:sldChg chg="del">
        <pc:chgData name="晰颉 姜" userId="c12678d1e473bc05" providerId="LiveId" clId="{3477DE9F-31D6-443A-AADB-A50AB920B1D4}" dt="2026-07-15T15:53:58.908" v="24" actId="47"/>
        <pc:sldMkLst>
          <pc:docMk/>
          <pc:sldMk cId="2971717441" sldId="293"/>
        </pc:sldMkLst>
      </pc:sldChg>
      <pc:sldChg chg="del">
        <pc:chgData name="晰颉 姜" userId="c12678d1e473bc05" providerId="LiveId" clId="{3477DE9F-31D6-443A-AADB-A50AB920B1D4}" dt="2026-07-15T15:53:58.937" v="25" actId="47"/>
        <pc:sldMkLst>
          <pc:docMk/>
          <pc:sldMk cId="3327282255" sldId="294"/>
        </pc:sldMkLst>
      </pc:sldChg>
      <pc:sldChg chg="del">
        <pc:chgData name="晰颉 姜" userId="c12678d1e473bc05" providerId="LiveId" clId="{3477DE9F-31D6-443A-AADB-A50AB920B1D4}" dt="2026-07-15T15:53:58.968" v="26" actId="47"/>
        <pc:sldMkLst>
          <pc:docMk/>
          <pc:sldMk cId="789885776" sldId="295"/>
        </pc:sldMkLst>
      </pc:sldChg>
      <pc:sldChg chg="del">
        <pc:chgData name="晰颉 姜" userId="c12678d1e473bc05" providerId="LiveId" clId="{3477DE9F-31D6-443A-AADB-A50AB920B1D4}" dt="2026-07-15T15:53:58.998" v="27" actId="47"/>
        <pc:sldMkLst>
          <pc:docMk/>
          <pc:sldMk cId="720230744" sldId="296"/>
        </pc:sldMkLst>
      </pc:sldChg>
      <pc:sldChg chg="del">
        <pc:chgData name="晰颉 姜" userId="c12678d1e473bc05" providerId="LiveId" clId="{3477DE9F-31D6-443A-AADB-A50AB920B1D4}" dt="2026-07-15T15:53:59.029" v="28" actId="47"/>
        <pc:sldMkLst>
          <pc:docMk/>
          <pc:sldMk cId="2178946325" sldId="297"/>
        </pc:sldMkLst>
      </pc:sldChg>
      <pc:sldChg chg="del">
        <pc:chgData name="晰颉 姜" userId="c12678d1e473bc05" providerId="LiveId" clId="{3477DE9F-31D6-443A-AADB-A50AB920B1D4}" dt="2026-07-15T15:53:59.074" v="29" actId="47"/>
        <pc:sldMkLst>
          <pc:docMk/>
          <pc:sldMk cId="3732914175" sldId="298"/>
        </pc:sldMkLst>
      </pc:sldChg>
      <pc:sldChg chg="del">
        <pc:chgData name="晰颉 姜" userId="c12678d1e473bc05" providerId="LiveId" clId="{3477DE9F-31D6-443A-AADB-A50AB920B1D4}" dt="2026-07-15T15:53:57.276" v="3" actId="47"/>
        <pc:sldMkLst>
          <pc:docMk/>
          <pc:sldMk cId="2488511442" sldId="299"/>
        </pc:sldMkLst>
      </pc:sldChg>
      <pc:sldMasterChg chg="delSp mod modSldLayout">
        <pc:chgData name="晰颉 姜" userId="c12678d1e473bc05" providerId="LiveId" clId="{3477DE9F-31D6-443A-AADB-A50AB920B1D4}" dt="2026-07-15T15:54:39.367" v="45" actId="478"/>
        <pc:sldMasterMkLst>
          <pc:docMk/>
          <pc:sldMasterMk cId="648735420" sldId="2147483660"/>
        </pc:sldMasterMkLst>
        <pc:spChg chg="del">
          <ac:chgData name="晰颉 姜" userId="c12678d1e473bc05" providerId="LiveId" clId="{3477DE9F-31D6-443A-AADB-A50AB920B1D4}" dt="2026-07-15T15:54:11.992" v="32" actId="478"/>
          <ac:spMkLst>
            <pc:docMk/>
            <pc:sldMasterMk cId="648735420" sldId="2147483660"/>
            <ac:spMk id="5" creationId="{C57B9894-B6B4-F443-8C7B-11ACEA43FB33}"/>
          </ac:spMkLst>
        </pc:spChg>
        <pc:sldLayoutChg chg="delSp mod">
          <pc:chgData name="晰颉 姜" userId="c12678d1e473bc05" providerId="LiveId" clId="{3477DE9F-31D6-443A-AADB-A50AB920B1D4}" dt="2026-07-15T15:54:17.286" v="33" actId="478"/>
          <pc:sldLayoutMkLst>
            <pc:docMk/>
            <pc:sldMasterMk cId="648735420" sldId="2147483660"/>
            <pc:sldLayoutMk cId="2440134894" sldId="2147483661"/>
          </pc:sldLayoutMkLst>
          <pc:spChg chg="del">
            <ac:chgData name="晰颉 姜" userId="c12678d1e473bc05" providerId="LiveId" clId="{3477DE9F-31D6-443A-AADB-A50AB920B1D4}" dt="2026-07-15T15:54:17.286" v="33" actId="478"/>
            <ac:spMkLst>
              <pc:docMk/>
              <pc:sldMasterMk cId="648735420" sldId="2147483660"/>
              <pc:sldLayoutMk cId="2440134894" sldId="2147483661"/>
              <ac:spMk id="5" creationId="{12532A61-A370-7244-8EB6-720C961B7EF3}"/>
            </ac:spMkLst>
          </pc:spChg>
        </pc:sldLayoutChg>
        <pc:sldLayoutChg chg="delSp mod">
          <pc:chgData name="晰颉 姜" userId="c12678d1e473bc05" providerId="LiveId" clId="{3477DE9F-31D6-443A-AADB-A50AB920B1D4}" dt="2026-07-15T15:54:19.178" v="34" actId="478"/>
          <pc:sldLayoutMkLst>
            <pc:docMk/>
            <pc:sldMasterMk cId="648735420" sldId="2147483660"/>
            <pc:sldLayoutMk cId="1507828385" sldId="2147483662"/>
          </pc:sldLayoutMkLst>
          <pc:spChg chg="del">
            <ac:chgData name="晰颉 姜" userId="c12678d1e473bc05" providerId="LiveId" clId="{3477DE9F-31D6-443A-AADB-A50AB920B1D4}" dt="2026-07-15T15:54:19.178" v="34" actId="478"/>
            <ac:spMkLst>
              <pc:docMk/>
              <pc:sldMasterMk cId="648735420" sldId="2147483660"/>
              <pc:sldLayoutMk cId="1507828385" sldId="2147483662"/>
              <ac:spMk id="5" creationId="{166F6AE5-A6A8-274A-B800-73EEE7ABE73D}"/>
            </ac:spMkLst>
          </pc:spChg>
        </pc:sldLayoutChg>
        <pc:sldLayoutChg chg="delSp mod">
          <pc:chgData name="晰颉 姜" userId="c12678d1e473bc05" providerId="LiveId" clId="{3477DE9F-31D6-443A-AADB-A50AB920B1D4}" dt="2026-07-15T15:54:20.762" v="35" actId="478"/>
          <pc:sldLayoutMkLst>
            <pc:docMk/>
            <pc:sldMasterMk cId="648735420" sldId="2147483660"/>
            <pc:sldLayoutMk cId="607599595" sldId="2147483663"/>
          </pc:sldLayoutMkLst>
          <pc:spChg chg="del">
            <ac:chgData name="晰颉 姜" userId="c12678d1e473bc05" providerId="LiveId" clId="{3477DE9F-31D6-443A-AADB-A50AB920B1D4}" dt="2026-07-15T15:54:20.762" v="35" actId="478"/>
            <ac:spMkLst>
              <pc:docMk/>
              <pc:sldMasterMk cId="648735420" sldId="2147483660"/>
              <pc:sldLayoutMk cId="607599595" sldId="2147483663"/>
              <ac:spMk id="5" creationId="{C6D1029B-DF4E-8741-8AD1-A55B1714C1B7}"/>
            </ac:spMkLst>
          </pc:spChg>
        </pc:sldLayoutChg>
        <pc:sldLayoutChg chg="delSp mod">
          <pc:chgData name="晰颉 姜" userId="c12678d1e473bc05" providerId="LiveId" clId="{3477DE9F-31D6-443A-AADB-A50AB920B1D4}" dt="2026-07-15T15:54:22.117" v="36" actId="478"/>
          <pc:sldLayoutMkLst>
            <pc:docMk/>
            <pc:sldMasterMk cId="648735420" sldId="2147483660"/>
            <pc:sldLayoutMk cId="1962524716" sldId="2147483664"/>
          </pc:sldLayoutMkLst>
          <pc:spChg chg="del">
            <ac:chgData name="晰颉 姜" userId="c12678d1e473bc05" providerId="LiveId" clId="{3477DE9F-31D6-443A-AADB-A50AB920B1D4}" dt="2026-07-15T15:54:22.117" v="36" actId="478"/>
            <ac:spMkLst>
              <pc:docMk/>
              <pc:sldMasterMk cId="648735420" sldId="2147483660"/>
              <pc:sldLayoutMk cId="1962524716" sldId="2147483664"/>
              <ac:spMk id="6" creationId="{B4FC87A1-A903-504C-90BD-B41001FF75BE}"/>
            </ac:spMkLst>
          </pc:spChg>
        </pc:sldLayoutChg>
        <pc:sldLayoutChg chg="delSp mod">
          <pc:chgData name="晰颉 姜" userId="c12678d1e473bc05" providerId="LiveId" clId="{3477DE9F-31D6-443A-AADB-A50AB920B1D4}" dt="2026-07-15T15:54:24.428" v="37" actId="478"/>
          <pc:sldLayoutMkLst>
            <pc:docMk/>
            <pc:sldMasterMk cId="648735420" sldId="2147483660"/>
            <pc:sldLayoutMk cId="244106020" sldId="2147483665"/>
          </pc:sldLayoutMkLst>
          <pc:spChg chg="del">
            <ac:chgData name="晰颉 姜" userId="c12678d1e473bc05" providerId="LiveId" clId="{3477DE9F-31D6-443A-AADB-A50AB920B1D4}" dt="2026-07-15T15:54:24.428" v="37" actId="478"/>
            <ac:spMkLst>
              <pc:docMk/>
              <pc:sldMasterMk cId="648735420" sldId="2147483660"/>
              <pc:sldLayoutMk cId="244106020" sldId="2147483665"/>
              <ac:spMk id="8" creationId="{9E5A5577-DC7E-A545-A606-873555B88582}"/>
            </ac:spMkLst>
          </pc:spChg>
        </pc:sldLayoutChg>
        <pc:sldLayoutChg chg="delSp mod">
          <pc:chgData name="晰颉 姜" userId="c12678d1e473bc05" providerId="LiveId" clId="{3477DE9F-31D6-443A-AADB-A50AB920B1D4}" dt="2026-07-15T15:54:26.327" v="38" actId="478"/>
          <pc:sldLayoutMkLst>
            <pc:docMk/>
            <pc:sldMasterMk cId="648735420" sldId="2147483660"/>
            <pc:sldLayoutMk cId="925695389" sldId="2147483666"/>
          </pc:sldLayoutMkLst>
          <pc:spChg chg="del">
            <ac:chgData name="晰颉 姜" userId="c12678d1e473bc05" providerId="LiveId" clId="{3477DE9F-31D6-443A-AADB-A50AB920B1D4}" dt="2026-07-15T15:54:26.327" v="38" actId="478"/>
            <ac:spMkLst>
              <pc:docMk/>
              <pc:sldMasterMk cId="648735420" sldId="2147483660"/>
              <pc:sldLayoutMk cId="925695389" sldId="2147483666"/>
              <ac:spMk id="4" creationId="{BA590369-8F5B-2B40-ACF0-FDE1155DFF22}"/>
            </ac:spMkLst>
          </pc:spChg>
        </pc:sldLayoutChg>
        <pc:sldLayoutChg chg="delSp mod">
          <pc:chgData name="晰颉 姜" userId="c12678d1e473bc05" providerId="LiveId" clId="{3477DE9F-31D6-443A-AADB-A50AB920B1D4}" dt="2026-07-15T15:54:27.862" v="39" actId="478"/>
          <pc:sldLayoutMkLst>
            <pc:docMk/>
            <pc:sldMasterMk cId="648735420" sldId="2147483660"/>
            <pc:sldLayoutMk cId="3770308105" sldId="2147483667"/>
          </pc:sldLayoutMkLst>
          <pc:spChg chg="del">
            <ac:chgData name="晰颉 姜" userId="c12678d1e473bc05" providerId="LiveId" clId="{3477DE9F-31D6-443A-AADB-A50AB920B1D4}" dt="2026-07-15T15:54:27.862" v="39" actId="478"/>
            <ac:spMkLst>
              <pc:docMk/>
              <pc:sldMasterMk cId="648735420" sldId="2147483660"/>
              <pc:sldLayoutMk cId="3770308105" sldId="2147483667"/>
              <ac:spMk id="3" creationId="{178A5A7F-E70E-C44C-9215-FAFFBE377B67}"/>
            </ac:spMkLst>
          </pc:spChg>
        </pc:sldLayoutChg>
        <pc:sldLayoutChg chg="delSp mod">
          <pc:chgData name="晰颉 姜" userId="c12678d1e473bc05" providerId="LiveId" clId="{3477DE9F-31D6-443A-AADB-A50AB920B1D4}" dt="2026-07-15T15:54:29.241" v="40" actId="478"/>
          <pc:sldLayoutMkLst>
            <pc:docMk/>
            <pc:sldMasterMk cId="648735420" sldId="2147483660"/>
            <pc:sldLayoutMk cId="2315293145" sldId="2147483668"/>
          </pc:sldLayoutMkLst>
          <pc:spChg chg="del">
            <ac:chgData name="晰颉 姜" userId="c12678d1e473bc05" providerId="LiveId" clId="{3477DE9F-31D6-443A-AADB-A50AB920B1D4}" dt="2026-07-15T15:54:29.241" v="40" actId="478"/>
            <ac:spMkLst>
              <pc:docMk/>
              <pc:sldMasterMk cId="648735420" sldId="2147483660"/>
              <pc:sldLayoutMk cId="2315293145" sldId="2147483668"/>
              <ac:spMk id="6" creationId="{53092AD1-03A6-9148-8FCA-92C72B294967}"/>
            </ac:spMkLst>
          </pc:spChg>
        </pc:sldLayoutChg>
        <pc:sldLayoutChg chg="delSp mod">
          <pc:chgData name="晰颉 姜" userId="c12678d1e473bc05" providerId="LiveId" clId="{3477DE9F-31D6-443A-AADB-A50AB920B1D4}" dt="2026-07-15T15:54:30.742" v="41" actId="478"/>
          <pc:sldLayoutMkLst>
            <pc:docMk/>
            <pc:sldMasterMk cId="648735420" sldId="2147483660"/>
            <pc:sldLayoutMk cId="1651933642" sldId="2147483669"/>
          </pc:sldLayoutMkLst>
          <pc:spChg chg="del">
            <ac:chgData name="晰颉 姜" userId="c12678d1e473bc05" providerId="LiveId" clId="{3477DE9F-31D6-443A-AADB-A50AB920B1D4}" dt="2026-07-15T15:54:30.742" v="41" actId="478"/>
            <ac:spMkLst>
              <pc:docMk/>
              <pc:sldMasterMk cId="648735420" sldId="2147483660"/>
              <pc:sldLayoutMk cId="1651933642" sldId="2147483669"/>
              <ac:spMk id="6" creationId="{843FFCB0-249C-F24C-A9FC-9A2ECF58F5F4}"/>
            </ac:spMkLst>
          </pc:spChg>
        </pc:sldLayoutChg>
        <pc:sldLayoutChg chg="delSp mod">
          <pc:chgData name="晰颉 姜" userId="c12678d1e473bc05" providerId="LiveId" clId="{3477DE9F-31D6-443A-AADB-A50AB920B1D4}" dt="2026-07-15T15:54:32.912" v="42" actId="478"/>
          <pc:sldLayoutMkLst>
            <pc:docMk/>
            <pc:sldMasterMk cId="648735420" sldId="2147483660"/>
            <pc:sldLayoutMk cId="2702556219" sldId="2147483670"/>
          </pc:sldLayoutMkLst>
          <pc:spChg chg="del">
            <ac:chgData name="晰颉 姜" userId="c12678d1e473bc05" providerId="LiveId" clId="{3477DE9F-31D6-443A-AADB-A50AB920B1D4}" dt="2026-07-15T15:54:32.912" v="42" actId="478"/>
            <ac:spMkLst>
              <pc:docMk/>
              <pc:sldMasterMk cId="648735420" sldId="2147483660"/>
              <pc:sldLayoutMk cId="2702556219" sldId="2147483670"/>
              <ac:spMk id="5" creationId="{C4086818-EE33-C94B-B908-8771FE36DD53}"/>
            </ac:spMkLst>
          </pc:spChg>
        </pc:sldLayoutChg>
        <pc:sldLayoutChg chg="delSp mod">
          <pc:chgData name="晰颉 姜" userId="c12678d1e473bc05" providerId="LiveId" clId="{3477DE9F-31D6-443A-AADB-A50AB920B1D4}" dt="2026-07-15T15:54:34.957" v="43" actId="478"/>
          <pc:sldLayoutMkLst>
            <pc:docMk/>
            <pc:sldMasterMk cId="648735420" sldId="2147483660"/>
            <pc:sldLayoutMk cId="3559394331" sldId="2147483671"/>
          </pc:sldLayoutMkLst>
          <pc:spChg chg="del">
            <ac:chgData name="晰颉 姜" userId="c12678d1e473bc05" providerId="LiveId" clId="{3477DE9F-31D6-443A-AADB-A50AB920B1D4}" dt="2026-07-15T15:54:34.957" v="43" actId="478"/>
            <ac:spMkLst>
              <pc:docMk/>
              <pc:sldMasterMk cId="648735420" sldId="2147483660"/>
              <pc:sldLayoutMk cId="3559394331" sldId="2147483671"/>
              <ac:spMk id="5" creationId="{354812D5-AFA7-684D-B426-DF6E358629AD}"/>
            </ac:spMkLst>
          </pc:spChg>
        </pc:sldLayoutChg>
        <pc:sldLayoutChg chg="delSp mod">
          <pc:chgData name="晰颉 姜" userId="c12678d1e473bc05" providerId="LiveId" clId="{3477DE9F-31D6-443A-AADB-A50AB920B1D4}" dt="2026-07-15T15:54:36.716" v="44" actId="478"/>
          <pc:sldLayoutMkLst>
            <pc:docMk/>
            <pc:sldMasterMk cId="648735420" sldId="2147483660"/>
            <pc:sldLayoutMk cId="3168254560" sldId="2147483672"/>
          </pc:sldLayoutMkLst>
          <pc:spChg chg="del">
            <ac:chgData name="晰颉 姜" userId="c12678d1e473bc05" providerId="LiveId" clId="{3477DE9F-31D6-443A-AADB-A50AB920B1D4}" dt="2026-07-15T15:54:36.716" v="44" actId="478"/>
            <ac:spMkLst>
              <pc:docMk/>
              <pc:sldMasterMk cId="648735420" sldId="2147483660"/>
              <pc:sldLayoutMk cId="3168254560" sldId="2147483672"/>
              <ac:spMk id="5" creationId="{6A10D7DE-7A63-D327-6985-40E45D2CA244}"/>
            </ac:spMkLst>
          </pc:spChg>
        </pc:sldLayoutChg>
        <pc:sldLayoutChg chg="delSp mod">
          <pc:chgData name="晰颉 姜" userId="c12678d1e473bc05" providerId="LiveId" clId="{3477DE9F-31D6-443A-AADB-A50AB920B1D4}" dt="2026-07-15T15:54:39.367" v="45" actId="478"/>
          <pc:sldLayoutMkLst>
            <pc:docMk/>
            <pc:sldMasterMk cId="648735420" sldId="2147483660"/>
            <pc:sldLayoutMk cId="2837030305" sldId="2147483673"/>
          </pc:sldLayoutMkLst>
          <pc:spChg chg="del">
            <ac:chgData name="晰颉 姜" userId="c12678d1e473bc05" providerId="LiveId" clId="{3477DE9F-31D6-443A-AADB-A50AB920B1D4}" dt="2026-07-15T15:54:39.367" v="45" actId="478"/>
            <ac:spMkLst>
              <pc:docMk/>
              <pc:sldMasterMk cId="648735420" sldId="2147483660"/>
              <pc:sldLayoutMk cId="2837030305" sldId="2147483673"/>
              <ac:spMk id="6" creationId="{90E04529-A41B-142E-3AB8-B85FE8C7E533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470BD-E4F4-430B-91F0-C9195A986F20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A2168-166C-4812-A875-771FA95E51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116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688E5-A9DA-3442-AEF1-E7A491144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BDE31F-8F95-AA44-8974-356A87811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0DC753-2971-4C48-886D-5A60279557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5D45CA-781F-3E43-85E3-C5F044A6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13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B0C765-E943-1C47-A5AC-8CAD1BC3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171"/>
            <a:ext cx="10515600" cy="897145"/>
          </a:xfrm>
        </p:spPr>
        <p:txBody>
          <a:bodyPr>
            <a:normAutofit/>
          </a:bodyPr>
          <a:lstStyle>
            <a:lvl1pPr>
              <a:defRPr sz="4000">
                <a:latin typeface="HGPSoeiKakugothicUB" panose="020B0900000000000000" pitchFamily="34" charset="-128"/>
                <a:ea typeface="HGPSoeiKakugothicUB" panose="020B09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15AC90-9896-934C-803E-9FCBA0E24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0316"/>
            <a:ext cx="10515600" cy="4996647"/>
          </a:xfrm>
        </p:spPr>
        <p:txBody>
          <a:bodyPr/>
          <a:lstStyle>
            <a:lvl1pPr>
              <a:defRPr>
                <a:latin typeface="HGPSoeiKakugothicUB" panose="020B0900000000000000" pitchFamily="34" charset="-128"/>
                <a:ea typeface="HGPSoeiKakugothicUB" panose="020B0900000000000000" pitchFamily="34" charset="-128"/>
              </a:defRPr>
            </a:lvl1pPr>
            <a:lvl2pPr>
              <a:defRPr>
                <a:latin typeface="HGPSoeiKakugothicUB" panose="020B0900000000000000" pitchFamily="34" charset="-128"/>
                <a:ea typeface="HGPSoeiKakugothicUB" panose="020B0900000000000000" pitchFamily="34" charset="-128"/>
              </a:defRPr>
            </a:lvl2pPr>
            <a:lvl3pPr>
              <a:defRPr>
                <a:latin typeface="HGPSoeiKakugothicUB" panose="020B0900000000000000" pitchFamily="34" charset="-128"/>
                <a:ea typeface="HGPSoeiKakugothicUB" panose="020B0900000000000000" pitchFamily="34" charset="-128"/>
              </a:defRPr>
            </a:lvl3pPr>
            <a:lvl4pPr>
              <a:defRPr>
                <a:latin typeface="HGPSoeiKakugothicUB" panose="020B0900000000000000" pitchFamily="34" charset="-128"/>
                <a:ea typeface="HGPSoeiKakugothicUB" panose="020B0900000000000000" pitchFamily="34" charset="-128"/>
              </a:defRPr>
            </a:lvl4pPr>
            <a:lvl5pPr>
              <a:defRPr>
                <a:latin typeface="HGPSoeiKakugothicUB" panose="020B0900000000000000" pitchFamily="34" charset="-128"/>
                <a:ea typeface="HGPSoeiKakugothicUB" panose="020B09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E6B636-B0E8-A74A-AB32-DE3A3DD5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ACC24F-DE97-3A43-B124-408F5E23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9E9DA0B-BC4C-394A-B319-3BB68D18EFE1}"/>
              </a:ext>
            </a:extLst>
          </p:cNvPr>
          <p:cNvSpPr/>
          <p:nvPr/>
        </p:nvSpPr>
        <p:spPr>
          <a:xfrm>
            <a:off x="3313" y="-6665"/>
            <a:ext cx="12188687" cy="285416"/>
          </a:xfrm>
          <a:prstGeom prst="rect">
            <a:avLst/>
          </a:prstGeom>
          <a:solidFill>
            <a:srgbClr val="054E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ja-JP" altLang="en-US" dirty="0">
              <a:solidFill>
                <a:prstClr val="white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D264F73-56AC-D345-B514-4FC66096D85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378" y="-60560"/>
            <a:ext cx="1606378" cy="38553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E05662-DDBB-16E2-6666-8AD2A26C8D7D}"/>
              </a:ext>
            </a:extLst>
          </p:cNvPr>
          <p:cNvSpPr txBox="1"/>
          <p:nvPr/>
        </p:nvSpPr>
        <p:spPr>
          <a:xfrm>
            <a:off x="11111255" y="-18112"/>
            <a:ext cx="1080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prstClr val="white"/>
                </a:solidFill>
                <a:latin typeface="Adobe Fan Heiti Std B" pitchFamily="34" charset="-128"/>
                <a:ea typeface="Adobe Fan Heiti Std B" pitchFamily="34" charset="-128"/>
              </a:rPr>
              <a:t> Doly Lab</a:t>
            </a:r>
            <a:endParaRPr lang="ja-JP" altLang="en-US" sz="1600" b="1" dirty="0">
              <a:solidFill>
                <a:prstClr val="white">
                  <a:lumMod val="75000"/>
                </a:prstClr>
              </a:solidFill>
              <a:latin typeface="Adobe Fan Heiti Std B" pitchFamily="34" charset="-128"/>
              <a:ea typeface="Adobe Fan Heiti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7828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AD6372-4194-C645-B654-0AE72240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828210-EA0E-3042-8F32-D495B95C3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90D3C2-0013-DF49-B524-B791F023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EB6F50EB-4327-285A-37CE-99FD1131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0759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DA2AA1-20C9-4E47-86C4-9414838D8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5BCD48-CBA5-8F4D-A77D-C699ED5F2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580237-6806-AC43-9D78-DF4407727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01CA8C-7BB2-914A-9F9D-4E5D0350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A750FBA7-F508-9041-D50A-68E57F89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96252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99A9BF-C386-FD43-8E7E-063236D56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6304EA-95E9-A642-BDAC-030E63143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C364A4-19D6-4B47-A612-22806D583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B8DFCE-6645-5945-82CD-DBAA8E9E65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0EABCDD-E2F8-4B47-9231-CAFCE6E0E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F9F616-A1B6-7844-8C3E-AB6E7313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A2B88147-C0D1-4B4A-802B-0FCFA9F4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4410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DCFE7C-03C7-1D4C-8122-646216639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F038A31-959B-0B42-BE1F-D5794A8A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C32C16DE-D678-08FB-DBCF-F668C8D3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2569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3C0FDD-EFDC-E640-B36A-33ACE16A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日付プレースホルダー 3">
            <a:extLst>
              <a:ext uri="{FF2B5EF4-FFF2-40B4-BE49-F238E27FC236}">
                <a16:creationId xmlns:a16="http://schemas.microsoft.com/office/drawing/2014/main" id="{32A11EA0-F1D2-4BD3-8B4E-F951DBE6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77030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47CB8-2466-334A-99E7-8CFDF9A59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838351-C2B5-F64E-B94C-B9C5931AB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0FB690A-7A04-C640-98FD-CBFBA7A57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354A34-E411-5B4C-A6F1-5A712461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C60F712D-AB33-5F38-A294-69987F2D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315293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B77633-C38C-0A4C-9A54-F21ED7FBC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56D195-1A0C-404E-9265-DF447E359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2EE043-8624-7C4D-B342-192A2FAB4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729036-5392-464E-AE4A-9460E1C2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5DC12E36-EEB6-ECFF-24DE-C0A7D9F836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651933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474669-83B8-9F47-8C4F-54F5BE57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33F19A-FA7E-974D-A3E2-FE93688B6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C680B2-947A-1A44-8771-15679A55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D04DE306-B7CB-7D0A-6733-631C8B26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70255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5A5AC01-7318-6344-97D6-66F09471D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F5549B-EB6C-744E-8700-A4642BDE1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6366E1-E737-E642-8AAD-F561D251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E2DA61E1-3826-F84D-051A-5679844A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559394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B0FEF-026B-300F-C278-CDE0EBD4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2D09E0-E4CD-1AB9-455F-D1B28A47F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641D15-0C6B-FEAA-4D0A-00659699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1A70B9F9-A5AD-95A6-B801-F09ACE57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168254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标题和两栏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BC795-3A1B-1FF5-0399-DD80A463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F5A4E7-8E0B-DEA8-B357-AA126C89099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1398588"/>
            <a:ext cx="5181600" cy="4778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29AE2B-7D9B-0B00-1A01-F6612DF81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398588"/>
            <a:ext cx="5181600" cy="4778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B250E2-7D20-F014-85CC-8ECD2F3C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284978DE-3868-3E95-81E1-105676D0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8370303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6F81A52-924F-B546-BC61-1E44F9E6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6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82F823-41BE-414D-AD46-B8F0389DA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8341"/>
            <a:ext cx="10515600" cy="4778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8FA3C1-A307-5742-87E0-0D45C906B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3509F7B2-E600-4F87-A2BF-206386C1A1D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07D1128-6B4C-A447-91FF-ABBA00CDA7CC}"/>
              </a:ext>
            </a:extLst>
          </p:cNvPr>
          <p:cNvSpPr/>
          <p:nvPr/>
        </p:nvSpPr>
        <p:spPr>
          <a:xfrm>
            <a:off x="3313" y="-6665"/>
            <a:ext cx="12188687" cy="285416"/>
          </a:xfrm>
          <a:prstGeom prst="rect">
            <a:avLst/>
          </a:prstGeom>
          <a:solidFill>
            <a:srgbClr val="054E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ja-JP" altLang="en-US" dirty="0">
              <a:solidFill>
                <a:prstClr val="white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0D7B764-5BA8-4441-97E9-1BFDAE3FA065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378" y="-60560"/>
            <a:ext cx="1606378" cy="38553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4DF225-6126-E740-B6BF-295CBBD66433}"/>
              </a:ext>
            </a:extLst>
          </p:cNvPr>
          <p:cNvSpPr txBox="1"/>
          <p:nvPr/>
        </p:nvSpPr>
        <p:spPr>
          <a:xfrm>
            <a:off x="11111255" y="-18112"/>
            <a:ext cx="1080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prstClr val="white"/>
                </a:solidFill>
                <a:latin typeface="Adobe Fan Heiti Std B" pitchFamily="34" charset="-128"/>
                <a:ea typeface="Adobe Fan Heiti Std B" pitchFamily="34" charset="-128"/>
              </a:rPr>
              <a:t> Doly Lab</a:t>
            </a:r>
            <a:endParaRPr lang="ja-JP" altLang="en-US" sz="1600" b="1" dirty="0">
              <a:solidFill>
                <a:prstClr val="white">
                  <a:lumMod val="75000"/>
                </a:prstClr>
              </a:solidFill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D9B1BADE-0C1D-5864-DE80-3F47D0141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en-US" altLang="ja-JP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4873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HGPSoeiKakugothicUB" panose="020B0900000000000000" pitchFamily="34" charset="-128"/>
          <a:ea typeface="HGPSoeiKakugothicUB" panose="020B09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HGPSoeiKakugothicUB" panose="020B0900000000000000" pitchFamily="34" charset="-128"/>
          <a:ea typeface="HGPSoeiKakugothicUB" panose="020B0900000000000000" pitchFamily="34" charset="-128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HGPSoeiKakugothicUB" panose="020B0900000000000000" pitchFamily="50" charset="-128"/>
        <a:buChar char="−"/>
        <a:defRPr kumimoji="1" sz="2400" kern="1200">
          <a:solidFill>
            <a:schemeClr val="tx1"/>
          </a:solidFill>
          <a:latin typeface="HGPSoeiKakugothicUB" panose="020B0900000000000000" pitchFamily="34" charset="-128"/>
          <a:ea typeface="HGPSoeiKakugothicUB" panose="020B0900000000000000" pitchFamily="34" charset="-128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HGPSoeiKakugothicUB" panose="020B0900000000000000" pitchFamily="34" charset="-128"/>
          <a:ea typeface="HGPSoeiKakugothicUB" panose="020B09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HGPSoeiKakugothicUB" panose="020B0900000000000000" pitchFamily="34" charset="-128"/>
          <a:ea typeface="HGPSoeiKakugothicUB" panose="020B09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HGPSoeiKakugothicUB" panose="020B0900000000000000" pitchFamily="34" charset="-128"/>
          <a:ea typeface="HGPSoeiKakugothicUB" panose="020B09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581912"/>
            <a:ext cx="9144000" cy="1655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0" b="0">
                <a:solidFill>
                  <a:srgbClr val="000000"/>
                </a:solidFill>
                <a:latin typeface="HGP創英角ｺﾞｼｯｸUB"/>
              </a:rPr>
              <a:t>進捗報告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96312" y="3712463"/>
            <a:ext cx="7187184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  <a:latin typeface="HGP創英角ｺﾞｼｯｸUB"/>
              </a:rPr>
              <a:t>７/16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102352"/>
            <a:ext cx="9144000" cy="1655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  <a:latin typeface="HGPSoeiKakugothicUB"/>
              </a:rPr>
              <a:t>MA26006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HGPSoeiKakugothicUB"/>
              </a:rPr>
              <a:t>姜晰頡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本日の構成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875520" cy="438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000000"/>
                </a:solidFill>
                <a:latin typeface="HG丸ｺﾞｼｯｸM-PRO"/>
              </a:rPr>
              <a:t>・今週の分析進捗と全体判断</a:t>
            </a:r>
          </a:p>
          <a:p>
            <a:pPr algn="l">
              <a:spcAft>
                <a:spcPts val="800"/>
              </a:spcAft>
            </a:pPr>
            <a:r>
              <a:rPr sz="2300">
                <a:solidFill>
                  <a:srgbClr val="000000"/>
                </a:solidFill>
                <a:latin typeface="HG丸ｺﾞｼｯｸM-PRO"/>
              </a:rPr>
              <a:t>・主線：DREAMER と NRC-VAD による三次元 VAD 空間の対応</a:t>
            </a:r>
          </a:p>
          <a:p>
            <a:pPr algn="l">
              <a:spcAft>
                <a:spcPts val="800"/>
              </a:spcAft>
            </a:pPr>
            <a:r>
              <a:rPr sz="2300">
                <a:solidFill>
                  <a:srgbClr val="000000"/>
                </a:solidFill>
                <a:latin typeface="HG丸ｺﾞｼｯｸM-PRO"/>
              </a:rPr>
              <a:t>・副線：CASE データによる情動変化と生理的回復過程</a:t>
            </a:r>
          </a:p>
          <a:p>
            <a:pPr algn="l">
              <a:spcAft>
                <a:spcPts val="800"/>
              </a:spcAft>
            </a:pPr>
            <a:r>
              <a:rPr sz="2300">
                <a:solidFill>
                  <a:srgbClr val="000000"/>
                </a:solidFill>
                <a:latin typeface="HG丸ｺﾞｼｯｸM-PRO"/>
              </a:rPr>
              <a:t>・次の作業：VAD 主線の論文化と副線の位置づけ整理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今週の全体進捗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98448"/>
            <a:ext cx="4663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4E79"/>
                </a:solidFill>
                <a:latin typeface="HGPSoeiKakugothicUB"/>
              </a:rPr>
              <a:t>主線：VAD 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3566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・DREAMER の 414 試行を解析し、NRC-VAD と同一尺度に変換した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・9 種類の情動語について、次元相関・距離・校正残差を算出した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・Valence は安定した対応を示し、Dominance は不安定であった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98448"/>
            <a:ext cx="4663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4E79"/>
                </a:solidFill>
                <a:latin typeface="HGPSoeiKakugothicUB"/>
              </a:rPr>
              <a:t>副線：情動変化方向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3566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・CASE の 30 名全サンプルで回復曲線を作成した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・EDA/SCL では scary 条件後の残留反応が明確であった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・副線は主線を補足する回復動態の分析として整理する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VAD 方向：研究目的とデータ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2286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4E79"/>
                </a:solidFill>
                <a:latin typeface="HGPSoeiKakugothicUB"/>
              </a:rPr>
              <a:t>研究目的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05840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00000"/>
                </a:solidFill>
                <a:latin typeface="HG丸ｺﾞｼｯｸM-PRO"/>
              </a:rPr>
              <a:t>情動語の意味的 VAD と、映像刺激後の主観的 VAD が、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000000"/>
                </a:solidFill>
                <a:latin typeface="HG丸ｺﾞｼｯｸM-PRO"/>
              </a:rPr>
              <a:t>カテゴリーレベルの三次元空間でどの程度対応するかを検討する。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241280" cy="2468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50">
                <a:solidFill>
                  <a:srgbClr val="000000"/>
                </a:solidFill>
                <a:latin typeface="HG丸ｺﾞｼｯｸM-PRO"/>
              </a:rPr>
              <a:t>・DREAMER：23 名、18 本の映像、414 試行、Valence・Arousal・Dominance 評定</a:t>
            </a:r>
          </a:p>
          <a:p>
            <a:pPr algn="l">
              <a:spcAft>
                <a:spcPts val="800"/>
              </a:spcAft>
            </a:pPr>
            <a:r>
              <a:rPr sz="1950">
                <a:solidFill>
                  <a:srgbClr val="000000"/>
                </a:solidFill>
                <a:latin typeface="HG丸ｺﾞｼｯｸM-PRO"/>
              </a:rPr>
              <a:t>・NRC-VAD v2.1：9 種類の同名情動語を使用</a:t>
            </a:r>
          </a:p>
          <a:p>
            <a:pPr algn="l">
              <a:spcAft>
                <a:spcPts val="800"/>
              </a:spcAft>
            </a:pPr>
            <a:r>
              <a:rPr sz="1950">
                <a:solidFill>
                  <a:srgbClr val="000000"/>
                </a:solidFill>
                <a:latin typeface="HG丸ｺﾞｼｯｸM-PRO"/>
              </a:rPr>
              <a:t>・両データを [-1, 1] に線形変換し、同一座標系で比較した</a:t>
            </a:r>
          </a:p>
          <a:p>
            <a:pPr algn="l">
              <a:spcAft>
                <a:spcPts val="800"/>
              </a:spcAft>
            </a:pPr>
            <a:r>
              <a:rPr sz="1950">
                <a:solidFill>
                  <a:srgbClr val="000000"/>
                </a:solidFill>
                <a:latin typeface="HG丸ｺﾞｼｯｸM-PRO"/>
              </a:rPr>
              <a:t>・本研究は個人内予測ではなく、カテゴリーレベルの探索的対応分析である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VAD 方向：次元別の対応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5</a:t>
            </a:r>
          </a:p>
        </p:txBody>
      </p:sp>
      <p:pic>
        <p:nvPicPr>
          <p:cNvPr id="5" name="Picture 4" descr="dreamer_nrc_dimens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07111"/>
            <a:ext cx="10835640" cy="3693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230368"/>
            <a:ext cx="104241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G丸ｺﾞｼｯｸM-PRO"/>
              </a:rPr>
              <a:t>Valence は強く安定した対応を示した。一方、Arousal は線形対応があるが順位は不安定であり、Dominance は明確な対応を示さなかった。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VAD 方向：距離と校正残差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6</a:t>
            </a:r>
          </a:p>
        </p:txBody>
      </p:sp>
      <p:pic>
        <p:nvPicPr>
          <p:cNvPr id="5" name="Picture 4" descr="dreamer_nrc_vad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5582"/>
            <a:ext cx="6537960" cy="4249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417320"/>
            <a:ext cx="352044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80">
                <a:solidFill>
                  <a:srgbClr val="000000"/>
                </a:solidFill>
                <a:latin typeface="HG丸ｺﾞｼｯｸM-PRO"/>
              </a:rPr>
              <a:t>・原距離は、二つの座標が幾何学的にどれだけ離れているかを示す</a:t>
            </a:r>
          </a:p>
          <a:p>
            <a:pPr algn="l">
              <a:spcAft>
                <a:spcPts val="800"/>
              </a:spcAft>
            </a:pPr>
            <a:r>
              <a:rPr sz="1580">
                <a:solidFill>
                  <a:srgbClr val="000000"/>
                </a:solidFill>
                <a:latin typeface="HG丸ｺﾞｼｯｸM-PRO"/>
              </a:rPr>
              <a:t>・happiness は近く、sadness は遠い</a:t>
            </a:r>
          </a:p>
          <a:p>
            <a:pPr algn="l">
              <a:spcAft>
                <a:spcPts val="800"/>
              </a:spcAft>
            </a:pPr>
            <a:r>
              <a:rPr sz="1580">
                <a:solidFill>
                  <a:srgbClr val="000000"/>
                </a:solidFill>
                <a:latin typeface="HG丸ｺﾞｼｯｸM-PRO"/>
              </a:rPr>
              <a:t>・LOEO 校正残差は、全体的な尺度差を除いた情動固有のずれを示す</a:t>
            </a:r>
          </a:p>
          <a:p>
            <a:pPr algn="l">
              <a:spcAft>
                <a:spcPts val="800"/>
              </a:spcAft>
            </a:pPr>
            <a:r>
              <a:rPr sz="1580">
                <a:solidFill>
                  <a:srgbClr val="000000"/>
                </a:solidFill>
                <a:latin typeface="HG丸ｺﾞｼｯｸM-PRO"/>
              </a:rPr>
              <a:t>・calmness は校正後も大きなずれを示した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VAD 方向：現時点の解釈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98448"/>
            <a:ext cx="4663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4E79"/>
                </a:solidFill>
                <a:latin typeface="HGPSoeiKakugothicUB"/>
              </a:rPr>
              <a:t>言えること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3566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・情動語と誘発経験は、Valence において共通した構造を持つ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・Arousal では対応と再順位化が同時に見られる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・距離と校正残差を分けることで、尺度差と情動固有差を区別できる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98448"/>
            <a:ext cx="4663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4E79"/>
                </a:solidFill>
                <a:latin typeface="HGPSoeiKakugothicUB"/>
              </a:rPr>
              <a:t>言えないこと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3566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・同一個人の語義判断が誘発経験を予測するとは言えない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・意味的 VAD と誘発 VAD が同一測定であるとは言えない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・Dominance の不対応を、直ちに生理的基盤の欠如とは解釈できない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副線：情動変化と回復過程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8</a:t>
            </a:r>
          </a:p>
        </p:txBody>
      </p:sp>
      <p:pic>
        <p:nvPicPr>
          <p:cNvPr id="5" name="Picture 4" descr="overall_recovery_curves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93" y="1143000"/>
            <a:ext cx="1003305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376672"/>
            <a:ext cx="10424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G丸ｺﾞｼｯｸM-PRO"/>
              </a:rPr>
              <a:t>CASE データでは、scary 条件後の SCL 残留反応が amusing 条件より大きく、120 秒の回復区間で差が緩やかに縮小した。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副線：完了した分析と限界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9</a:t>
            </a:r>
          </a:p>
        </p:txBody>
      </p:sp>
      <p:pic>
        <p:nvPicPr>
          <p:cNvPr id="5" name="Picture 4" descr="cross_condition_auc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38" y="1234440"/>
            <a:ext cx="5291202" cy="2359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1234440"/>
            <a:ext cx="4709160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20">
                <a:solidFill>
                  <a:srgbClr val="000000"/>
                </a:solidFill>
                <a:latin typeface="HG丸ｺﾞｼｯｸM-PRO"/>
              </a:rPr>
              <a:t>・30 名全サンプル、240 trial、2880 個の 10 秒回復 bin を作成した</a:t>
            </a:r>
          </a:p>
          <a:p>
            <a:pPr algn="l">
              <a:spcAft>
                <a:spcPts val="800"/>
              </a:spcAft>
            </a:pPr>
            <a:r>
              <a:rPr sz="1720">
                <a:solidFill>
                  <a:srgbClr val="000000"/>
                </a:solidFill>
                <a:latin typeface="HG丸ｺﾞｼｯｸM-PRO"/>
              </a:rPr>
              <a:t>・ECG/EDA 品質確認、混合モデル、感度分析を完了した</a:t>
            </a:r>
          </a:p>
          <a:p>
            <a:pPr algn="l">
              <a:spcAft>
                <a:spcPts val="800"/>
              </a:spcAft>
            </a:pPr>
            <a:r>
              <a:rPr sz="1720">
                <a:solidFill>
                  <a:srgbClr val="000000"/>
                </a:solidFill>
                <a:latin typeface="HG丸ｺﾞｼｯｸM-PRO"/>
              </a:rPr>
              <a:t>・SCL の回復 AUC と回復傾きには探索的な個人内一貫性が見られた</a:t>
            </a:r>
          </a:p>
          <a:p>
            <a:pPr algn="l">
              <a:spcAft>
                <a:spcPts val="800"/>
              </a:spcAft>
            </a:pPr>
            <a:r>
              <a:rPr sz="1720">
                <a:solidFill>
                  <a:srgbClr val="000000"/>
                </a:solidFill>
                <a:latin typeface="HG丸ｺﾞｼｯｸM-PRO"/>
              </a:rPr>
              <a:t>・ただし各条件 2 trial であるため、安定した trait 指標とは解釈しない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4241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E2F2F"/>
                </a:solidFill>
                <a:latin typeface="HG丸ｺﾞｼｯｸM-PRO"/>
              </a:rPr>
              <a:t>副線の役割：主線とは別に、情動誘発後の生理的回復動態を扱う補助的研究として位置づける。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次の作業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98448"/>
            <a:ext cx="4663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4E79"/>
                </a:solidFill>
                <a:latin typeface="HGPSoeiKakugothicUB"/>
              </a:rPr>
              <a:t>VAD 主線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3566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・Dominance の評定方向を原資料で再確認する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・置換検定、bootstrap、1 情動除外感度分析を追加する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・名詞マッピングを主分析、形容詞マッピングを感度分析として整理する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・方法・結果・考察を論文形式にまとめる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98448"/>
            <a:ext cx="4663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4E79"/>
                </a:solidFill>
                <a:latin typeface="HGPSoeiKakugothicUB"/>
              </a:rPr>
              <a:t>情動変化副線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3566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・CASE 第二週の結果を短い補助資料として整理する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・SCL を中心に、回復動態の図とモデル結果を明確化する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・主観的 arousal と生理的回復を同一概念として扱わない</a:t>
            </a:r>
          </a:p>
          <a:p>
            <a:pPr algn="l">
              <a:spcAft>
                <a:spcPts val="800"/>
              </a:spcAft>
            </a:pPr>
            <a:r>
              <a:rPr sz="1850">
                <a:solidFill>
                  <a:srgbClr val="000000"/>
                </a:solidFill>
                <a:latin typeface="HG丸ｺﾞｼｯｸM-PRO"/>
              </a:rPr>
              <a:t>・今月の主成果は VAD 論文に集中する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83464"/>
            <a:ext cx="10515600" cy="896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HGP創英角ｺﾞｼｯｸUB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G丸ｺﾞｼｯｸM-PRO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HG丸ｺﾞｼｯｸM-PR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2743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4E79"/>
                </a:solidFill>
                <a:latin typeface="HGPSoeiKakugothicUB"/>
              </a:rPr>
              <a:t>今週の結論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149840" cy="182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000000"/>
                </a:solidFill>
                <a:latin typeface="HG丸ｺﾞｼｯｸM-PRO"/>
              </a:rPr>
              <a:t>VAD 方向は、探索的論文としてまとめられる段階まで進んだ。</a:t>
            </a:r>
          </a:p>
          <a:p>
            <a:pPr algn="l">
              <a:lnSpc>
                <a:spcPct val="110000"/>
              </a:lnSpc>
            </a:pPr>
            <a:r>
              <a:rPr sz="2300" b="0">
                <a:solidFill>
                  <a:srgbClr val="000000"/>
                </a:solidFill>
                <a:latin typeface="HG丸ｺﾞｼｯｸM-PRO"/>
              </a:rPr>
              <a:t>最も安定した結果は Valence の対応であり、Arousal は部分的対応、Dominance は不安定であった。</a:t>
            </a:r>
          </a:p>
          <a:p>
            <a:pPr algn="l">
              <a:lnSpc>
                <a:spcPct val="110000"/>
              </a:lnSpc>
            </a:pPr>
            <a:r>
              <a:rPr sz="2300" b="0">
                <a:solidFill>
                  <a:srgbClr val="000000"/>
                </a:solidFill>
                <a:latin typeface="HG丸ｺﾞｼｯｸM-PRO"/>
              </a:rPr>
              <a:t>情動変化方向は、副線として生理的回復動態と個人差の分析を支える。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149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9E2F2F"/>
                </a:solidFill>
                <a:latin typeface="HGPSoeiKakugothicUB"/>
              </a:rPr>
              <a:t>次回までに、VAD 主線の感度分析と論文構成を優先して進める。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発表資料テンプレート">
  <a:themeElements>
    <a:clrScheme name="ユーザー定義 3">
      <a:dk1>
        <a:sysClr val="windowText" lastClr="000000"/>
      </a:dk1>
      <a:lt1>
        <a:srgbClr val="F9FBF7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発表資料テンプレート" id="{F603E854-548C-42EB-A255-2D38B910D1D8}" vid="{1B790788-BE73-4012-B69F-87B26703FA5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発表資料テンプレート</Template>
  <TotalTime>1367</TotalTime>
  <Words>8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Adobe Fan Heiti Std B</vt:lpstr>
      <vt:lpstr>HGPSoeiKakugothicUB</vt:lpstr>
      <vt:lpstr>HGPSoeiKakugothicUB</vt:lpstr>
      <vt:lpstr>游ゴシック</vt:lpstr>
      <vt:lpstr>Arial</vt:lpstr>
      <vt:lpstr>Wingdings</vt:lpstr>
      <vt:lpstr>発表資料テンプレート</vt:lpstr>
      <vt:lpstr>進捗報告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田辺　実夏子</dc:creator>
  <cp:lastModifiedBy>晰颉 姜</cp:lastModifiedBy>
  <cp:revision>117</cp:revision>
  <dcterms:created xsi:type="dcterms:W3CDTF">2025-04-17T02:16:50Z</dcterms:created>
  <dcterms:modified xsi:type="dcterms:W3CDTF">2026-07-15T15:56:06Z</dcterms:modified>
</cp:coreProperties>
</file>