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40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本周研究进展汇报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9611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两条研究方向的分析进展与下一步任务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627632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主线：VAD 情绪空间对齐（DREAMER × NRC-VAD）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副线：情绪变化与生理恢复动态（CASE）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1792" y="2761488"/>
            <a:ext cx="1600200" cy="86868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" y="2898648"/>
            <a:ext cx="1362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540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0664" y="3236976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本周展示重点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2377440" y="2761488"/>
            <a:ext cx="1600200" cy="86868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96312" y="2898648"/>
            <a:ext cx="1362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87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496312" y="3236976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DREAMER 有效试次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133088" y="2761488"/>
            <a:ext cx="1600200" cy="86868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2898648"/>
            <a:ext cx="1362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15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51960" y="3236976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全样本参与者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360920" y="512064"/>
            <a:ext cx="4224528" cy="5321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pic>
        <p:nvPicPr>
          <p:cNvPr id="15" name="Image 0" descr="E:\dolylab\研究方向相关\public_data\dreamer_pilot\results\DREAMER_NRC_直观对照图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658368"/>
            <a:ext cx="3950208" cy="5029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21792" y="60167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2026.07.15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0149840" y="64465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本周研究进展 | 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540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PROGRESS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本周工作概览：从方案可行性推进到可展示结果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1773936"/>
            <a:ext cx="10186416" cy="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31670" y="1627632"/>
            <a:ext cx="274320" cy="274320"/>
          </a:xfrm>
          <a:prstGeom prst="ellipse">
            <a:avLst/>
          </a:prstGeom>
          <a:solidFill>
            <a:srgbClr val="B5403E"/>
          </a:solidFill>
          <a:ln w="12700">
            <a:solidFill>
              <a:srgbClr val="B540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84832"/>
            <a:ext cx="2583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VAD 主线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414016"/>
            <a:ext cx="25831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 DREAMER-NRC 三维对齐、相关、距离、LOEO 校准与可视化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4606290" y="1627632"/>
            <a:ext cx="274320" cy="274320"/>
          </a:xfrm>
          <a:prstGeom prst="ellipse">
            <a:avLst/>
          </a:prstGeom>
          <a:solidFill>
            <a:srgbClr val="287B78"/>
          </a:solidFill>
          <a:ln w="12700">
            <a:solidFill>
              <a:srgbClr val="287B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1860" y="2084832"/>
            <a:ext cx="2583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生理探索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51860" y="2414016"/>
            <a:ext cx="25831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 EEG/ECG 粗粒度特征，试次级模型未发现稳健线性关联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7280910" y="1627632"/>
            <a:ext cx="274320" cy="274320"/>
          </a:xfrm>
          <a:prstGeom prst="ellipse">
            <a:avLst/>
          </a:prstGeom>
          <a:solidFill>
            <a:srgbClr val="315C8A"/>
          </a:solidFill>
          <a:ln w="12700">
            <a:solidFill>
              <a:srgbClr val="315C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084832"/>
            <a:ext cx="2583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情绪变化副线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126480" y="2414016"/>
            <a:ext cx="25831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第二周完成全30人恢复曲线、混合模型和敏感性分析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9955530" y="1627632"/>
            <a:ext cx="274320" cy="274320"/>
          </a:xfrm>
          <a:prstGeom prst="ellipse">
            <a:avLst/>
          </a:prstGeom>
          <a:solidFill>
            <a:srgbClr val="4D7C59"/>
          </a:solidFill>
          <a:ln w="12700">
            <a:solidFill>
              <a:srgbClr val="4D7C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01100" y="2084832"/>
            <a:ext cx="2583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实验转化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801100" y="2414016"/>
            <a:ext cx="25831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将副线收敛到虚拟 AI 面试压力任务后的 recovery 个体差异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777240" y="3703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B540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阶段判断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4069080"/>
            <a:ext cx="10607040" cy="1234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VAD 方向已经具备探索性论文雏形：问题、数据、主结果、局限和图表均已成型。</a:t>
            </a:r>
            <a:endParaRPr lang="en-US" sz="1400" dirty="0"/>
          </a:p>
          <a:p>
            <a:r>
              <a:rPr lang="en-US" sz="140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情绪变化方向提供了 recovery 分析模板，但更适合作为后续实验设计的副线支撑。</a:t>
            </a:r>
            <a:endParaRPr lang="en-US" sz="1400" dirty="0"/>
          </a:p>
          <a:p>
            <a:r>
              <a:rPr lang="en-US" sz="140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下一步不宜同时扩大战线，应优先把 VAD 主线写完整、把 AI 面试 pilot 流程锁定。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149840" y="64465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本周研究进展 |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540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VAD 方向：核心问题和当前数据路线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325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B540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167335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情绪词的语义 VAD 与影片诱发体验的 VAD，在类别级三维空间中是否共享结构？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2670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87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数据与处理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" y="2999232"/>
            <a:ext cx="571500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DREAMER：23名参与者、18段影片、9类目标情绪，共414个 VAD 评分试次。</a:t>
            </a:r>
            <a:endParaRPr lang="en-US" sz="1320" dirty="0"/>
          </a:p>
          <a:p>
            <a:r>
              <a:rPr lang="en-US" sz="13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NRC-VAD v2.1：使用9个同名情绪词，主分析采用名词映射，形容词作为敏感性分析。</a:t>
            </a:r>
            <a:endParaRPr lang="en-US" sz="1320" dirty="0"/>
          </a:p>
          <a:p>
            <a:r>
              <a:rPr lang="en-US" sz="13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统一量尺到 [-1, 1]，比较维度相关、原始 VAD 距离和线性校准后的残差。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6720840" y="1298448"/>
            <a:ext cx="4800600" cy="40965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pic>
        <p:nvPicPr>
          <p:cNvPr id="10" name="Image 0" descr="E:\dolylab\研究方向相关\visualization\dreamer-vad-3d\verification\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2" y="1371600"/>
            <a:ext cx="4654296" cy="39502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720840" y="5468112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3D VAD 模型：两套坐标及差异向量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58368" y="571500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B540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定位：跨样本、跨任务、类别级探索性对齐，不写成个体内等价测量验证。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0149840" y="64465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本周研究进展 |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540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VAD 主结果：维度对应具有明显差异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98448"/>
            <a:ext cx="1874520" cy="86868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435608"/>
            <a:ext cx="1636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540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r=.875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" y="1773936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Valence：强且稳定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2761488" y="1298448"/>
            <a:ext cx="1874520" cy="86868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1435608"/>
            <a:ext cx="1636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87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r=.832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880360" y="1773936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Arousal：线性相关较强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837176" y="1298448"/>
            <a:ext cx="1874520" cy="86868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1435608"/>
            <a:ext cx="1636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15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r=-.121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56048" y="1773936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Dominance：未可靠对应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059168" y="1234440"/>
            <a:ext cx="4498848" cy="418795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pic>
        <p:nvPicPr>
          <p:cNvPr id="15" name="Image 0" descr="E:\dolylab\研究方向相关\public_data\dreamer_pilot\results\dreamer_nrc_dimension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307592"/>
            <a:ext cx="4352544" cy="40416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059168" y="5495544"/>
            <a:ext cx="4498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三维度散点：NRC 词坐标 vs DREAMER 诱发均值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31520" y="2834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B540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解释重点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31520" y="3182112"/>
            <a:ext cx="580644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5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Valence 是目前最稳健的共享结构，Pearson 与 Spearman 均显著。</a:t>
            </a:r>
            <a:endParaRPr lang="en-US" sz="1350" dirty="0"/>
          </a:p>
          <a:p>
            <a:r>
              <a:rPr lang="en-US" sz="135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Arousal 的 Pearson 高但排序相关不稳定，提示整体趋势存在、类别次序会变。</a:t>
            </a:r>
            <a:endParaRPr lang="en-US" sz="1350" dirty="0"/>
          </a:p>
          <a:p>
            <a:r>
              <a:rPr lang="en-US" sz="135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Dominance 是最需要谨慎处理的维度：方向、任务理解和构念差异都可能影响结果。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49808" y="561441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核心表述：不是“词义等于体验”，而是“跨语境 VAD 空间存在维度特异性的对应与偏离”。</a:t>
            </a:r>
            <a:endParaRPr lang="en-US" sz="1320" dirty="0"/>
          </a:p>
        </p:txBody>
      </p:sp>
      <p:sp>
        <p:nvSpPr>
          <p:cNvPr id="20" name="Text 17"/>
          <p:cNvSpPr/>
          <p:nvPr/>
        </p:nvSpPr>
        <p:spPr>
          <a:xfrm>
            <a:off x="10149840" y="64465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本周研究进展 |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540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VAD 主结果：原始距离与校准残差给出不同信息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43584"/>
            <a:ext cx="5349240" cy="4343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pic>
        <p:nvPicPr>
          <p:cNvPr id="6" name="Image 0" descr="E:\dolylab\研究方向相关\public_data\dreamer_pilot\results\dreamer_nrc_vad_dis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16736"/>
            <a:ext cx="5202936" cy="41970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5660136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 VAD 距离：绝对几何差异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446520" y="1298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B540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关键发现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46520" y="1664208"/>
            <a:ext cx="4892040" cy="1691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5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原始距离：happiness 最近，sadness 最远；但这混合了全局尺度压缩。</a:t>
            </a:r>
            <a:endParaRPr lang="en-US" sz="1350" dirty="0"/>
          </a:p>
          <a:p>
            <a:r>
              <a:rPr lang="en-US" sz="135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LOEO 校准后：excitement、fear、anger 残差较小，calmness 残差最大。</a:t>
            </a:r>
            <a:endParaRPr lang="en-US" sz="1350" dirty="0"/>
          </a:p>
          <a:p>
            <a:r>
              <a:rPr lang="en-US" sz="135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因此结果部分应并列报告两类指标：一个回答“离多远”，一个回答“偏离是否超出整体尺度变换”。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46520" y="3886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87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论文价值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46520" y="4224528"/>
            <a:ext cx="4892040" cy="9875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5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把规范化语言资源和诱发情绪数据库放入同一 VAD 坐标系。</a:t>
            </a:r>
            <a:endParaRPr lang="en-US" sz="1350" dirty="0"/>
          </a:p>
          <a:p>
            <a:r>
              <a:rPr lang="en-US" sz="135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把维度相关、原始距离、校准残差分开解释，避免单一“重合度排名”。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0149840" y="64465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本周研究进展 |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540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BOUNDARIES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VAD 方向：目前可说与不能说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25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4D7C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可以支持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5074920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情绪词规范与影片诱发体验在 Valence 上共享明显类别结构。</a:t>
            </a:r>
            <a:endParaRPr lang="en-US" sz="1320" dirty="0"/>
          </a:p>
          <a:p>
            <a:r>
              <a:rPr lang="en-US" sz="13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Arousal 存在线性对应，但伴随压缩和类别排序变化。</a:t>
            </a:r>
            <a:endParaRPr lang="en-US" sz="1320" dirty="0"/>
          </a:p>
          <a:p>
            <a:r>
              <a:rPr lang="en-US" sz="13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Dominance 暂未形成可靠对应，是后续方法核查和讨论重点。</a:t>
            </a:r>
            <a:endParaRPr lang="en-US" sz="1320" dirty="0"/>
          </a:p>
          <a:p>
            <a:r>
              <a:rPr lang="en-US" sz="13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跨语境对齐框架可作为后续同参与者三层实验的分析模板。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6419088" y="1325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B540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不能声称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73952" y="1719072"/>
            <a:ext cx="5074920" cy="2240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不能证明同一个人的词义判断可预测其诱发体验。</a:t>
            </a:r>
            <a:endParaRPr lang="en-US" sz="1320" dirty="0"/>
          </a:p>
          <a:p>
            <a:r>
              <a:rPr lang="en-US" sz="13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不能把语义 VAD 与诱发 VAD 写成同一心理过程或可互换测量。</a:t>
            </a:r>
            <a:endParaRPr lang="en-US" sz="1320" dirty="0"/>
          </a:p>
          <a:p>
            <a:r>
              <a:rPr lang="en-US" sz="13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不能把核心类别相关的样本量写成414；核心检验单位是9类情绪。</a:t>
            </a:r>
            <a:endParaRPr lang="en-US" sz="1320" dirty="0"/>
          </a:p>
          <a:p>
            <a:r>
              <a:rPr lang="en-US" sz="13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不能把生理模型未显著解释为生理信号无效。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749808" y="4892040"/>
            <a:ext cx="10652760" cy="713232"/>
          </a:xfrm>
          <a:prstGeom prst="rect">
            <a:avLst/>
          </a:prstGeom>
          <a:solidFill>
            <a:srgbClr val="F8FAFC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513892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建议论文题目：From Emotion Words to Elicited Experience: Dimension-Specific Alignment Between NRC-VAD and DREAMER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149840" y="64465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本周研究进展 |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540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SIDE 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情绪变化副线：CASE 恢复动态分析完成第二周闭环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43584"/>
            <a:ext cx="5623560" cy="4251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pic>
        <p:nvPicPr>
          <p:cNvPr id="6" name="Image 0" descr="E:\dolylab\研究方向相关\public_data\case_recovery\week2\overall_recovery_curves_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16736"/>
            <a:ext cx="5477256" cy="41056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5568696"/>
            <a:ext cx="5623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总体恢复曲线：参与者 bootstrap 置信区间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629400" y="1298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315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本周完成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629400" y="1664208"/>
            <a:ext cx="4663440" cy="1737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1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30人全样本预处理，240 trial、2880个10秒恢复箱。</a:t>
            </a:r>
            <a:endParaRPr lang="en-US" sz="1310" dirty="0"/>
          </a:p>
          <a:p>
            <a:r>
              <a:rPr lang="en-US" sz="131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ECG/EDA 质控通过；HeartPy 与工程检测器峰级匹配率达到预设门槛。</a:t>
            </a:r>
            <a:endParaRPr lang="en-US" sz="1310" dirty="0"/>
          </a:p>
          <a:p>
            <a:r>
              <a:rPr lang="en-US" sz="131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混合模型和敏感性分析完成，全部模型收敛。</a:t>
            </a:r>
            <a:endParaRPr lang="en-US" sz="1310" dirty="0"/>
          </a:p>
          <a:p>
            <a:r>
              <a:rPr lang="en-US" sz="131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跨条件个体一致性完成参与者 bootstrap 与 BH-FDR 校正。</a:t>
            </a:r>
            <a:endParaRPr lang="en-US" sz="1310" dirty="0"/>
          </a:p>
        </p:txBody>
      </p:sp>
      <p:sp>
        <p:nvSpPr>
          <p:cNvPr id="10" name="Text 7"/>
          <p:cNvSpPr/>
          <p:nvPr/>
        </p:nvSpPr>
        <p:spPr>
          <a:xfrm>
            <a:off x="6629400" y="3822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B540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主要发现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629400" y="4160520"/>
            <a:ext cx="4663440" cy="1143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1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SCL：scary 后残留显著高于 amusing，且差距在120秒内缓慢缩小。</a:t>
            </a:r>
            <a:endParaRPr lang="en-US" sz="1310" dirty="0"/>
          </a:p>
          <a:p>
            <a:r>
              <a:rPr lang="en-US" sz="131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HR：存在平均条件差异，但恢复形状证据较弱。</a:t>
            </a:r>
            <a:endParaRPr lang="en-US" sz="1310" dirty="0"/>
          </a:p>
          <a:p>
            <a:r>
              <a:rPr lang="en-US" sz="131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主观 arousal 不能通过全部敏感性检验，暂不作为稳定预测因子。</a:t>
            </a:r>
            <a:endParaRPr lang="en-US" sz="1310" dirty="0"/>
          </a:p>
        </p:txBody>
      </p:sp>
      <p:sp>
        <p:nvSpPr>
          <p:cNvPr id="12" name="Text 9"/>
          <p:cNvSpPr/>
          <p:nvPr/>
        </p:nvSpPr>
        <p:spPr>
          <a:xfrm>
            <a:off x="10149840" y="64465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本周研究进展 |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540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 EXPERIMENT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副线如何服务下一步：转向 AI 面试压力后的 recovery 个体差异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298448"/>
            <a:ext cx="4526280" cy="373075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pic>
        <p:nvPicPr>
          <p:cNvPr id="6" name="Image 0" descr="E:\dolylab\研究方向相关\public_data\case_recovery\week2\cross_condition_auc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371600"/>
            <a:ext cx="4379976" cy="35844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5102352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探索性个体一致性：SCL AUC 与恢复斜率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715000" y="1325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315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CASE 得到的方法模板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15000" y="1664208"/>
            <a:ext cx="539496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主分析窗口放在回答结束后的 recovery，而不是噪声更大的回答阶段。</a:t>
            </a:r>
            <a:endParaRPr lang="en-US" sz="1320" dirty="0"/>
          </a:p>
          <a:p>
            <a:r>
              <a:rPr lang="en-US" sz="13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以个体 baseline 校正后的动态特征为核心：反应强度、峰值时间、恢复斜率、晚期残留。</a:t>
            </a:r>
            <a:endParaRPr lang="en-US" sz="1320" dirty="0"/>
          </a:p>
          <a:p>
            <a:r>
              <a:rPr lang="en-US" sz="13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主观评分用于解释差异，但不把主观 arousal 与生理恢复视为同一层面。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5715000" y="3703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B540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接下来两周目标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715000" y="4041648"/>
            <a:ext cx="5394960" cy="1234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锁定虚拟 AI 面试压力任务与中性说话对照任务。</a:t>
            </a:r>
            <a:endParaRPr lang="en-US" sz="1320" dirty="0"/>
          </a:p>
          <a:p>
            <a:r>
              <a:rPr lang="en-US" sz="13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 trial 结构：baseline、问题呈现、准备、回答、120秒 recovery、评分。</a:t>
            </a:r>
            <a:endParaRPr lang="en-US" sz="1320" dirty="0"/>
          </a:p>
          <a:p>
            <a:r>
              <a:rPr lang="en-US" sz="132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 MyBeat 与 Muse 指标、预处理规则和 pilot 检查标准。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10149840" y="64465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本周研究进展 |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540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ACTION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下一阶段任务：主线收稿化，副线流程化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2984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B540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VAD 主线：优先级最高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49808" y="1664208"/>
            <a:ext cx="5166360" cy="19385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1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核实 DREAMER Dominance 图示方向，固定主编码并保留反向敏感性。</a:t>
            </a:r>
            <a:endParaRPr lang="en-US" sz="1310" dirty="0"/>
          </a:p>
          <a:p>
            <a:r>
              <a:rPr lang="en-US" sz="131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补充9类情绪相关的置换检验、bootstrap 和逐类删除敏感性。</a:t>
            </a:r>
            <a:endParaRPr lang="en-US" sz="1310" dirty="0"/>
          </a:p>
          <a:p>
            <a:r>
              <a:rPr lang="en-US" sz="131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把名词映射设为主分析，形容词映射作为敏感性分析。</a:t>
            </a:r>
            <a:endParaRPr lang="en-US" sz="1310" dirty="0"/>
          </a:p>
          <a:p>
            <a:r>
              <a:rPr lang="en-US" sz="131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完成摘要、方法、结果、讨论和可复现性声明的论文完整稿。</a:t>
            </a:r>
            <a:endParaRPr lang="en-US" sz="1310" dirty="0"/>
          </a:p>
        </p:txBody>
      </p:sp>
      <p:sp>
        <p:nvSpPr>
          <p:cNvPr id="7" name="Text 5"/>
          <p:cNvSpPr/>
          <p:nvPr/>
        </p:nvSpPr>
        <p:spPr>
          <a:xfrm>
            <a:off x="6400800" y="12984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315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情绪变化副线：作为实验流程支撑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37376" y="1664208"/>
            <a:ext cx="4983480" cy="19385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1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整理中性说话与 AI 面试压力问题列表。</a:t>
            </a:r>
            <a:endParaRPr lang="en-US" sz="1310" dirty="0"/>
          </a:p>
          <a:p>
            <a:r>
              <a:rPr lang="en-US" sz="131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 3-5 人 pilot，检查 stress / evaluation threat 是否拉开。</a:t>
            </a:r>
            <a:endParaRPr lang="en-US" sz="1310" dirty="0"/>
          </a:p>
          <a:p>
            <a:r>
              <a:rPr lang="en-US" sz="131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 MyBeat + Muse 同步记录和事件标记方式。</a:t>
            </a:r>
            <a:endParaRPr lang="en-US" sz="1310" dirty="0"/>
          </a:p>
          <a:p>
            <a:r>
              <a:rPr lang="en-US" sz="1310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产出给老师看的 6-8 页实验流程 PPT。</a:t>
            </a:r>
            <a:endParaRPr lang="en-US" sz="1310" dirty="0"/>
          </a:p>
        </p:txBody>
      </p:sp>
      <p:sp>
        <p:nvSpPr>
          <p:cNvPr id="9" name="Text 7"/>
          <p:cNvSpPr/>
          <p:nvPr/>
        </p:nvSpPr>
        <p:spPr>
          <a:xfrm>
            <a:off x="749808" y="46451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87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本周汇报主旨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5010912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E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VAD 方向已经从“想法”推进到“可写论文的探索性结果”；情绪变化方向已证明 recovery 动态分析可行，下一步应服务于虚拟 AI 面试实验的 pilot 设计。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10149840" y="64465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本周研究进展 | 9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dolylab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本周研究进展汇报：VAD 主线与情绪变化副线</dc:title>
  <dc:subject>Weekly research progress</dc:subject>
  <dc:creator>dolylab</dc:creator>
  <cp:lastModifiedBy>dolylab</cp:lastModifiedBy>
  <cp:revision>1</cp:revision>
  <dcterms:created xsi:type="dcterms:W3CDTF">2026-07-15T15:17:45Z</dcterms:created>
  <dcterms:modified xsi:type="dcterms:W3CDTF">2026-07-15T15:17:45Z</dcterms:modified>
</cp:coreProperties>
</file>